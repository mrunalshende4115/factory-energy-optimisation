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F14408-C9DA-4592-A1E4-FCB9BB816D1F}" v="11" dt="2026-03-30T14:26:55.200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>
        <p:scale>
          <a:sx n="57" d="100"/>
          <a:sy n="57" d="100"/>
        </p:scale>
        <p:origin x="1016" y="8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unal Shende" userId="a774539cb0c431d1" providerId="LiveId" clId="{D3A22E1B-83F8-4F94-A08C-4A00D13C17F9}"/>
    <pc:docChg chg="undo custSel modSld">
      <pc:chgData name="Mrunal Shende" userId="a774539cb0c431d1" providerId="LiveId" clId="{D3A22E1B-83F8-4F94-A08C-4A00D13C17F9}" dt="2026-03-30T14:38:54.655" v="600" actId="1076"/>
      <pc:docMkLst>
        <pc:docMk/>
      </pc:docMkLst>
      <pc:sldChg chg="addSp delSp modSp mod">
        <pc:chgData name="Mrunal Shende" userId="a774539cb0c431d1" providerId="LiveId" clId="{D3A22E1B-83F8-4F94-A08C-4A00D13C17F9}" dt="2026-03-30T14:26:55.200" v="598" actId="931"/>
        <pc:sldMkLst>
          <pc:docMk/>
          <pc:sldMk cId="2906491918" sldId="307"/>
        </pc:sldMkLst>
        <pc:spChg chg="add del mod">
          <ac:chgData name="Mrunal Shende" userId="a774539cb0c431d1" providerId="LiveId" clId="{D3A22E1B-83F8-4F94-A08C-4A00D13C17F9}" dt="2026-03-30T14:26:07.136" v="594" actId="478"/>
          <ac:spMkLst>
            <pc:docMk/>
            <pc:sldMk cId="2906491918" sldId="307"/>
            <ac:spMk id="5" creationId="{1820E54D-4F4C-7EDB-84AA-EAB600B47E54}"/>
          </ac:spMkLst>
        </pc:spChg>
        <pc:spChg chg="add del mod">
          <ac:chgData name="Mrunal Shende" userId="a774539cb0c431d1" providerId="LiveId" clId="{D3A22E1B-83F8-4F94-A08C-4A00D13C17F9}" dt="2026-03-30T14:26:39.111" v="596" actId="478"/>
          <ac:spMkLst>
            <pc:docMk/>
            <pc:sldMk cId="2906491918" sldId="307"/>
            <ac:spMk id="9" creationId="{8D90478B-CE50-9146-3833-0D0B09E478D5}"/>
          </ac:spMkLst>
        </pc:spChg>
        <pc:spChg chg="add del mod">
          <ac:chgData name="Mrunal Shende" userId="a774539cb0c431d1" providerId="LiveId" clId="{D3A22E1B-83F8-4F94-A08C-4A00D13C17F9}" dt="2026-03-30T14:26:55.200" v="598" actId="931"/>
          <ac:spMkLst>
            <pc:docMk/>
            <pc:sldMk cId="2906491918" sldId="307"/>
            <ac:spMk id="11" creationId="{655B294A-77DA-9125-1456-8079F49FE458}"/>
          </ac:spMkLst>
        </pc:spChg>
        <pc:spChg chg="add mod">
          <ac:chgData name="Mrunal Shende" userId="a774539cb0c431d1" providerId="LiveId" clId="{D3A22E1B-83F8-4F94-A08C-4A00D13C17F9}" dt="2026-03-30T14:26:55.200" v="598" actId="931"/>
          <ac:spMkLst>
            <pc:docMk/>
            <pc:sldMk cId="2906491918" sldId="307"/>
            <ac:spMk id="14" creationId="{9DCEF24A-938A-03A5-6FF7-E702C6D22F18}"/>
          </ac:spMkLst>
        </pc:spChg>
        <pc:picChg chg="add del">
          <ac:chgData name="Mrunal Shende" userId="a774539cb0c431d1" providerId="LiveId" clId="{D3A22E1B-83F8-4F94-A08C-4A00D13C17F9}" dt="2026-03-30T14:26:40.899" v="597" actId="478"/>
          <ac:picMkLst>
            <pc:docMk/>
            <pc:sldMk cId="2906491918" sldId="307"/>
            <ac:picMk id="7" creationId="{DD186EAB-37C7-E7E6-AE8D-F077D02804F9}"/>
          </ac:picMkLst>
        </pc:picChg>
        <pc:picChg chg="add del mod">
          <ac:chgData name="Mrunal Shende" userId="a774539cb0c431d1" providerId="LiveId" clId="{D3A22E1B-83F8-4F94-A08C-4A00D13C17F9}" dt="2026-03-30T14:26:39.111" v="596" actId="478"/>
          <ac:picMkLst>
            <pc:docMk/>
            <pc:sldMk cId="2906491918" sldId="307"/>
            <ac:picMk id="8" creationId="{1B68DFE4-D18B-B1C3-38BF-0C8C037A219F}"/>
          </ac:picMkLst>
        </pc:picChg>
        <pc:picChg chg="add mod">
          <ac:chgData name="Mrunal Shende" userId="a774539cb0c431d1" providerId="LiveId" clId="{D3A22E1B-83F8-4F94-A08C-4A00D13C17F9}" dt="2026-03-30T14:26:55.200" v="598" actId="931"/>
          <ac:picMkLst>
            <pc:docMk/>
            <pc:sldMk cId="2906491918" sldId="307"/>
            <ac:picMk id="13" creationId="{18F5D6B5-C121-FE12-7B93-3CBA0648DD5F}"/>
          </ac:picMkLst>
        </pc:picChg>
      </pc:sldChg>
      <pc:sldChg chg="addSp modSp mod">
        <pc:chgData name="Mrunal Shende" userId="a774539cb0c431d1" providerId="LiveId" clId="{D3A22E1B-83F8-4F94-A08C-4A00D13C17F9}" dt="2026-03-30T14:38:54.655" v="600" actId="1076"/>
        <pc:sldMkLst>
          <pc:docMk/>
          <pc:sldMk cId="2202437675" sldId="312"/>
        </pc:sldMkLst>
        <pc:spChg chg="add mod">
          <ac:chgData name="Mrunal Shende" userId="a774539cb0c431d1" providerId="LiveId" clId="{D3A22E1B-83F8-4F94-A08C-4A00D13C17F9}" dt="2026-03-30T14:38:54.655" v="600" actId="1076"/>
          <ac:spMkLst>
            <pc:docMk/>
            <pc:sldMk cId="2202437675" sldId="312"/>
            <ac:spMk id="4" creationId="{13CBF852-4317-40ED-4B2A-01B376C78144}"/>
          </ac:spMkLst>
        </pc:spChg>
      </pc:sldChg>
      <pc:sldChg chg="modSp mod">
        <pc:chgData name="Mrunal Shende" userId="a774539cb0c431d1" providerId="LiveId" clId="{D3A22E1B-83F8-4F94-A08C-4A00D13C17F9}" dt="2026-03-23T14:16:07.256" v="50"/>
        <pc:sldMkLst>
          <pc:docMk/>
          <pc:sldMk cId="1131718056" sldId="314"/>
        </pc:sldMkLst>
        <pc:spChg chg="mod">
          <ac:chgData name="Mrunal Shende" userId="a774539cb0c431d1" providerId="LiveId" clId="{D3A22E1B-83F8-4F94-A08C-4A00D13C17F9}" dt="2026-03-23T14:15:45.372" v="46" actId="1076"/>
          <ac:spMkLst>
            <pc:docMk/>
            <pc:sldMk cId="1131718056" sldId="314"/>
            <ac:spMk id="2" creationId="{B6210199-C129-11F0-56F2-2D1AED21CB4C}"/>
          </ac:spMkLst>
        </pc:spChg>
        <pc:spChg chg="mod">
          <ac:chgData name="Mrunal Shende" userId="a774539cb0c431d1" providerId="LiveId" clId="{D3A22E1B-83F8-4F94-A08C-4A00D13C17F9}" dt="2026-03-23T14:16:07.256" v="50"/>
          <ac:spMkLst>
            <pc:docMk/>
            <pc:sldMk cId="1131718056" sldId="314"/>
            <ac:spMk id="4" creationId="{BDDD6BDC-E008-6AB7-55A1-46ED9BCF054F}"/>
          </ac:spMkLst>
        </pc:spChg>
      </pc:sldChg>
      <pc:sldChg chg="addSp delSp modSp mod">
        <pc:chgData name="Mrunal Shende" userId="a774539cb0c431d1" providerId="LiveId" clId="{D3A22E1B-83F8-4F94-A08C-4A00D13C17F9}" dt="2026-03-23T14:33:33.212" v="592" actId="20577"/>
        <pc:sldMkLst>
          <pc:docMk/>
          <pc:sldMk cId="2468595790" sldId="315"/>
        </pc:sldMkLst>
        <pc:spChg chg="mod">
          <ac:chgData name="Mrunal Shende" userId="a774539cb0c431d1" providerId="LiveId" clId="{D3A22E1B-83F8-4F94-A08C-4A00D13C17F9}" dt="2026-03-23T14:21:19.185" v="76" actId="20577"/>
          <ac:spMkLst>
            <pc:docMk/>
            <pc:sldMk cId="2468595790" sldId="315"/>
            <ac:spMk id="2" creationId="{B28A34A6-22BC-27A4-2C79-EE98A4943B14}"/>
          </ac:spMkLst>
        </pc:spChg>
        <pc:spChg chg="mod">
          <ac:chgData name="Mrunal Shende" userId="a774539cb0c431d1" providerId="LiveId" clId="{D3A22E1B-83F8-4F94-A08C-4A00D13C17F9}" dt="2026-03-23T14:33:33.212" v="592" actId="20577"/>
          <ac:spMkLst>
            <pc:docMk/>
            <pc:sldMk cId="2468595790" sldId="315"/>
            <ac:spMk id="16" creationId="{AEF9954A-E263-8A7E-58B1-4D03F7D1BD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csalateral.org/author/khanyile-mlotshwa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Factory Energy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BF852-4317-40ED-4B2A-01B376C78144}"/>
              </a:ext>
            </a:extLst>
          </p:cNvPr>
          <p:cNvSpPr txBox="1"/>
          <p:nvPr/>
        </p:nvSpPr>
        <p:spPr>
          <a:xfrm>
            <a:off x="4675149" y="3746810"/>
            <a:ext cx="6094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Mrunal Shende</a:t>
            </a:r>
          </a:p>
          <a:p>
            <a:r>
              <a:rPr lang="en-US" dirty="0"/>
              <a:t>x24245909@student.ncirl.ie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To highlight the potential of modern technologies to improve system inability and operational efficiency in factories.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053" y="1061623"/>
            <a:ext cx="6452974" cy="1152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0F10D-26F7-A22B-6952-3A5FD8C83622}"/>
              </a:ext>
            </a:extLst>
          </p:cNvPr>
          <p:cNvSpPr txBox="1"/>
          <p:nvPr/>
        </p:nvSpPr>
        <p:spPr>
          <a:xfrm>
            <a:off x="5313985" y="2525268"/>
            <a:ext cx="61120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Energy consumption is one of the most significant operational costs in modern factories.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project aims to address these challenges by designing and implementing a complete energy monitoring system that uses IoT sensors, fog computing, cloud services, and real time dashboards. </a:t>
            </a:r>
          </a:p>
          <a:p>
            <a:endParaRPr lang="en-IN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8F5D6B5-C121-FE12-7B93-3CBA0648DD5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7226" r="27226"/>
          <a:stretch>
            <a:fillRect/>
          </a:stretch>
        </p:blipFill>
        <p:spPr/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CEF24A-938A-03A5-6FF7-E702C6D22F18}"/>
              </a:ext>
            </a:extLst>
          </p:cNvPr>
          <p:cNvSpPr txBox="1"/>
          <p:nvPr/>
        </p:nvSpPr>
        <p:spPr>
          <a:xfrm>
            <a:off x="443345" y="6359525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csalateral.org/author/khanyile-mlotshwa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nc/3.0/"/>
              </a:rPr>
              <a:t>CC BY-NC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r>
              <a:rPr lang="en-US" dirty="0"/>
              <a:t>Architecture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C46120-AC45-DCDE-0D4C-FA75341A714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531" y="2316067"/>
            <a:ext cx="7102937" cy="4332792"/>
          </a:xfrm>
          <a:prstGeom prst="rect">
            <a:avLst/>
          </a:prstGeom>
          <a:noFill/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27494A8-C3FB-5FAC-B95F-472FAF456E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4" y="2303029"/>
            <a:ext cx="8105793" cy="40977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Sensors:</a:t>
            </a:r>
          </a:p>
          <a:p>
            <a:pPr lvl="1"/>
            <a:r>
              <a:rPr lang="en-US" dirty="0"/>
              <a:t>Energy Usage</a:t>
            </a:r>
          </a:p>
          <a:p>
            <a:pPr lvl="1"/>
            <a:r>
              <a:rPr lang="en-US" dirty="0"/>
              <a:t>Temperature</a:t>
            </a:r>
          </a:p>
          <a:p>
            <a:pPr lvl="1"/>
            <a:r>
              <a:rPr lang="en-US" dirty="0"/>
              <a:t>Humidity</a:t>
            </a:r>
          </a:p>
          <a:p>
            <a:pPr lvl="1"/>
            <a:r>
              <a:rPr lang="en-US" dirty="0"/>
              <a:t>Machine Load</a:t>
            </a:r>
          </a:p>
          <a:p>
            <a:pPr marL="347472" lvl="1"/>
            <a:r>
              <a:rPr lang="en-US" dirty="0"/>
              <a:t>Aws Services:</a:t>
            </a:r>
          </a:p>
          <a:p>
            <a:pPr marL="804672" lvl="2"/>
            <a:r>
              <a:rPr lang="en-US" dirty="0"/>
              <a:t>Lambda</a:t>
            </a:r>
          </a:p>
          <a:p>
            <a:pPr marL="804672" lvl="2"/>
            <a:r>
              <a:rPr lang="en-US" dirty="0"/>
              <a:t>Aws Gateway</a:t>
            </a:r>
          </a:p>
          <a:p>
            <a:pPr marL="804672" lvl="2"/>
            <a:r>
              <a:rPr lang="en-US" dirty="0"/>
              <a:t>DynamoDB</a:t>
            </a:r>
          </a:p>
          <a:p>
            <a:pPr marL="804672" lvl="2"/>
            <a:r>
              <a:rPr lang="en-US" dirty="0"/>
              <a:t>EC2</a:t>
            </a:r>
          </a:p>
          <a:p>
            <a:pPr marL="804672" lvl="2"/>
            <a:r>
              <a:rPr lang="en-US" dirty="0"/>
              <a:t>Cloud9 </a:t>
            </a:r>
          </a:p>
          <a:p>
            <a:pPr marL="804672" lvl="2"/>
            <a:r>
              <a:rPr lang="en-US" dirty="0"/>
              <a:t>SNS</a:t>
            </a:r>
          </a:p>
          <a:p>
            <a:pPr marL="804672" lvl="2"/>
            <a:r>
              <a:rPr lang="en-US" dirty="0"/>
              <a:t>SQS</a:t>
            </a:r>
          </a:p>
          <a:p>
            <a:pPr marL="347472" lvl="2"/>
            <a:r>
              <a:rPr lang="en-US" dirty="0"/>
              <a:t>GitHub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26832"/>
            <a:ext cx="7043617" cy="2520217"/>
          </a:xfrm>
        </p:spPr>
        <p:txBody>
          <a:bodyPr/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03032" y="2839454"/>
            <a:ext cx="7379368" cy="348951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Sensor simulation and real data integration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Edge Processing and local Alerts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Messaging through Amazon SQS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Batch Upload to API Gateway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AWS Lambda for Cloud Processing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Dynamo DB for Storage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API Gateway for Data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Dashboard Implementation on EC2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CI/CD </a:t>
            </a:r>
            <a:r>
              <a:rPr lang="en-IN" b="1" dirty="0"/>
              <a:t>pipeline Using Github Actions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Problem I faced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796463" cy="372033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was sending data directly from sensor to DynamoDB, which was losing some data in between, which cause delay and not accurate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So, I used SQS , which act as buffer between Fog node and the cloud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was also facing Cloud9 preview problem, so I uploaded my dashboard to EC2 which serves more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 creating CI/CD pipeline I was facing SonarQube platform error, which I resolved by updating SonarQube and EC2 key.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Mrunal Shende</a:t>
            </a:r>
          </a:p>
          <a:p>
            <a:r>
              <a:rPr lang="en-US" dirty="0"/>
              <a:t>x24245909@student.ncirl.ie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{13B70150-9753-4EEF-AF8A-7943505F0002}tf78438558_win32</Template>
  <TotalTime>147</TotalTime>
  <Words>265</Words>
  <Application>Microsoft Office PowerPoint</Application>
  <PresentationFormat>Widescreen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Sabon Next LT</vt:lpstr>
      <vt:lpstr>Custom</vt:lpstr>
      <vt:lpstr>Factory Energy Optimization</vt:lpstr>
      <vt:lpstr>agenda</vt:lpstr>
      <vt:lpstr>Introduction</vt:lpstr>
      <vt:lpstr>Architecture Diagram</vt:lpstr>
      <vt:lpstr>Components</vt:lpstr>
      <vt:lpstr>  Methodology</vt:lpstr>
      <vt:lpstr>Problem I faced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Mrunal Shende</dc:creator>
  <cp:lastModifiedBy>Mrunal Shende</cp:lastModifiedBy>
  <cp:revision>1</cp:revision>
  <dcterms:created xsi:type="dcterms:W3CDTF">2026-03-23T13:50:40Z</dcterms:created>
  <dcterms:modified xsi:type="dcterms:W3CDTF">2026-03-30T14:39:00Z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